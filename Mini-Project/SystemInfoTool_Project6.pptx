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8" r:id="rId9"/>
    <p:sldId id="264" r:id="rId10"/>
    <p:sldId id="267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F06F4-C00F-B705-F022-CC5FCE7DB228}" v="255" dt="2026-01-02T07:05:25.020"/>
    <p1510:client id="{8FC0ECAD-0EC1-0D23-6504-53DC057247A2}" v="2" dt="2026-01-02T19:14:09.351"/>
    <p1510:client id="{A24A9FE1-DD06-F523-713A-7C0B02C02D39}" v="188" dt="2026-01-02T19:52:05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naysinha1@gmail.com" userId="ae26420ed2190c1f" providerId="Windows Live" clId="Web-{A24A9FE1-DD06-F523-713A-7C0B02C02D39}"/>
    <pc:docChg chg="addSld delSld modSld">
      <pc:chgData name="nirnaysinha1@gmail.com" userId="ae26420ed2190c1f" providerId="Windows Live" clId="Web-{A24A9FE1-DD06-F523-713A-7C0B02C02D39}" dt="2026-01-02T19:52:29.130" v="198"/>
      <pc:docMkLst>
        <pc:docMk/>
      </pc:docMkLst>
      <pc:sldChg chg="modSp modTransition">
        <pc:chgData name="nirnaysinha1@gmail.com" userId="ae26420ed2190c1f" providerId="Windows Live" clId="Web-{A24A9FE1-DD06-F523-713A-7C0B02C02D39}" dt="2026-01-02T19:36:48.200" v="117"/>
        <pc:sldMkLst>
          <pc:docMk/>
          <pc:sldMk cId="3862278525" sldId="257"/>
        </pc:sldMkLst>
        <pc:spChg chg="mod">
          <ac:chgData name="nirnaysinha1@gmail.com" userId="ae26420ed2190c1f" providerId="Windows Live" clId="Web-{A24A9FE1-DD06-F523-713A-7C0B02C02D39}" dt="2026-01-02T19:35:28.385" v="114" actId="20577"/>
          <ac:spMkLst>
            <pc:docMk/>
            <pc:sldMk cId="3862278525" sldId="257"/>
            <ac:spMk id="2" creationId="{9E02EF08-E55F-438D-DE7C-BDB6457EA11F}"/>
          </ac:spMkLst>
        </pc:spChg>
        <pc:spChg chg="mod">
          <ac:chgData name="nirnaysinha1@gmail.com" userId="ae26420ed2190c1f" providerId="Windows Live" clId="Web-{A24A9FE1-DD06-F523-713A-7C0B02C02D39}" dt="2026-01-02T19:35:43.887" v="115" actId="20577"/>
          <ac:spMkLst>
            <pc:docMk/>
            <pc:sldMk cId="3862278525" sldId="257"/>
            <ac:spMk id="3" creationId="{A137087D-3D13-C8A0-160C-6ABE38FD4F04}"/>
          </ac:spMkLst>
        </pc:spChg>
      </pc:sldChg>
      <pc:sldChg chg="modTransition">
        <pc:chgData name="nirnaysinha1@gmail.com" userId="ae26420ed2190c1f" providerId="Windows Live" clId="Web-{A24A9FE1-DD06-F523-713A-7C0B02C02D39}" dt="2026-01-02T19:36:50.138" v="118"/>
        <pc:sldMkLst>
          <pc:docMk/>
          <pc:sldMk cId="3083943107" sldId="258"/>
        </pc:sldMkLst>
      </pc:sldChg>
      <pc:sldChg chg="modTransition">
        <pc:chgData name="nirnaysinha1@gmail.com" userId="ae26420ed2190c1f" providerId="Windows Live" clId="Web-{A24A9FE1-DD06-F523-713A-7C0B02C02D39}" dt="2026-01-02T19:36:55.560" v="119"/>
        <pc:sldMkLst>
          <pc:docMk/>
          <pc:sldMk cId="2630620998" sldId="259"/>
        </pc:sldMkLst>
      </pc:sldChg>
      <pc:sldChg chg="addSp delSp modSp del mod setBg setClrOvrMap">
        <pc:chgData name="nirnaysinha1@gmail.com" userId="ae26420ed2190c1f" providerId="Windows Live" clId="Web-{A24A9FE1-DD06-F523-713A-7C0B02C02D39}" dt="2026-01-02T19:22:24.808" v="36"/>
        <pc:sldMkLst>
          <pc:docMk/>
          <pc:sldMk cId="307266524" sldId="260"/>
        </pc:sldMkLst>
        <pc:spChg chg="mod ord">
          <ac:chgData name="nirnaysinha1@gmail.com" userId="ae26420ed2190c1f" providerId="Windows Live" clId="Web-{A24A9FE1-DD06-F523-713A-7C0B02C02D39}" dt="2026-01-02T19:20:11.110" v="12"/>
          <ac:spMkLst>
            <pc:docMk/>
            <pc:sldMk cId="307266524" sldId="260"/>
            <ac:spMk id="2" creationId="{F96FE133-8ED4-5475-5D5E-0E3E26FEF388}"/>
          </ac:spMkLst>
        </pc:spChg>
        <pc:spChg chg="del">
          <ac:chgData name="nirnaysinha1@gmail.com" userId="ae26420ed2190c1f" providerId="Windows Live" clId="Web-{A24A9FE1-DD06-F523-713A-7C0B02C02D39}" dt="2026-01-02T19:19:08.047" v="0"/>
          <ac:spMkLst>
            <pc:docMk/>
            <pc:sldMk cId="307266524" sldId="260"/>
            <ac:spMk id="3" creationId="{34BBFCE6-D00D-6167-71DE-4C312FF5952F}"/>
          </ac:spMkLst>
        </pc:spChg>
        <pc:spChg chg="add del mod">
          <ac:chgData name="nirnaysinha1@gmail.com" userId="ae26420ed2190c1f" providerId="Windows Live" clId="Web-{A24A9FE1-DD06-F523-713A-7C0B02C02D39}" dt="2026-01-02T19:20:11.110" v="12"/>
          <ac:spMkLst>
            <pc:docMk/>
            <pc:sldMk cId="307266524" sldId="260"/>
            <ac:spMk id="8" creationId="{FA52A65D-7CAB-DF77-F447-40AFA4509CFC}"/>
          </ac:spMkLst>
        </pc:spChg>
        <pc:spChg chg="add del">
          <ac:chgData name="nirnaysinha1@gmail.com" userId="ae26420ed2190c1f" providerId="Windows Live" clId="Web-{A24A9FE1-DD06-F523-713A-7C0B02C02D39}" dt="2026-01-02T19:20:11.110" v="12"/>
          <ac:spMkLst>
            <pc:docMk/>
            <pc:sldMk cId="307266524" sldId="260"/>
            <ac:spMk id="11" creationId="{E192707B-B929-41A7-9B41-E959A1C689E4}"/>
          </ac:spMkLst>
        </pc:spChg>
        <pc:spChg chg="add del">
          <ac:chgData name="nirnaysinha1@gmail.com" userId="ae26420ed2190c1f" providerId="Windows Live" clId="Web-{A24A9FE1-DD06-F523-713A-7C0B02C02D39}" dt="2026-01-02T19:20:11.110" v="12"/>
          <ac:spMkLst>
            <pc:docMk/>
            <pc:sldMk cId="307266524" sldId="260"/>
            <ac:spMk id="13" creationId="{8FB4235C-4505-46C7-AD8F-8769A1972FC1}"/>
          </ac:spMkLst>
        </pc:spChg>
        <pc:spChg chg="add del">
          <ac:chgData name="nirnaysinha1@gmail.com" userId="ae26420ed2190c1f" providerId="Windows Live" clId="Web-{A24A9FE1-DD06-F523-713A-7C0B02C02D39}" dt="2026-01-02T19:20:09.126" v="10"/>
          <ac:spMkLst>
            <pc:docMk/>
            <pc:sldMk cId="307266524" sldId="260"/>
            <ac:spMk id="18" creationId="{78632963-757B-40C2-BB84-FC6107A54DAD}"/>
          </ac:spMkLst>
        </pc:spChg>
        <pc:spChg chg="add del">
          <ac:chgData name="nirnaysinha1@gmail.com" userId="ae26420ed2190c1f" providerId="Windows Live" clId="Web-{A24A9FE1-DD06-F523-713A-7C0B02C02D39}" dt="2026-01-02T19:20:09.126" v="10"/>
          <ac:spMkLst>
            <pc:docMk/>
            <pc:sldMk cId="307266524" sldId="260"/>
            <ac:spMk id="20" creationId="{2853AE55-7E35-44B0-89F1-3F52B262AF33}"/>
          </ac:spMkLst>
        </pc:spChg>
        <pc:spChg chg="add del">
          <ac:chgData name="nirnaysinha1@gmail.com" userId="ae26420ed2190c1f" providerId="Windows Live" clId="Web-{A24A9FE1-DD06-F523-713A-7C0B02C02D39}" dt="2026-01-02T19:20:09.126" v="10"/>
          <ac:spMkLst>
            <pc:docMk/>
            <pc:sldMk cId="307266524" sldId="260"/>
            <ac:spMk id="22" creationId="{DBC4BE4D-4B50-4F51-9F85-4B5D60B02D81}"/>
          </ac:spMkLst>
        </pc:spChg>
        <pc:picChg chg="add mod ord">
          <ac:chgData name="nirnaysinha1@gmail.com" userId="ae26420ed2190c1f" providerId="Windows Live" clId="Web-{A24A9FE1-DD06-F523-713A-7C0B02C02D39}" dt="2026-01-02T19:20:14.251" v="15" actId="14100"/>
          <ac:picMkLst>
            <pc:docMk/>
            <pc:sldMk cId="307266524" sldId="260"/>
            <ac:picMk id="4" creationId="{5FBC52C7-CCFF-2BE4-F2DC-2613000BAB8B}"/>
          </ac:picMkLst>
        </pc:picChg>
      </pc:sldChg>
      <pc:sldChg chg="addSp delSp modSp modTransition">
        <pc:chgData name="nirnaysinha1@gmail.com" userId="ae26420ed2190c1f" providerId="Windows Live" clId="Web-{A24A9FE1-DD06-F523-713A-7C0B02C02D39}" dt="2026-01-02T19:36:59.794" v="120"/>
        <pc:sldMkLst>
          <pc:docMk/>
          <pc:sldMk cId="2272265890" sldId="261"/>
        </pc:sldMkLst>
        <pc:spChg chg="mod">
          <ac:chgData name="nirnaysinha1@gmail.com" userId="ae26420ed2190c1f" providerId="Windows Live" clId="Web-{A24A9FE1-DD06-F523-713A-7C0B02C02D39}" dt="2026-01-02T19:24:28.840" v="62" actId="20577"/>
          <ac:spMkLst>
            <pc:docMk/>
            <pc:sldMk cId="2272265890" sldId="261"/>
            <ac:spMk id="2" creationId="{FD43284D-A60A-B6B5-BE2A-AA870C058423}"/>
          </ac:spMkLst>
        </pc:spChg>
        <pc:spChg chg="del">
          <ac:chgData name="nirnaysinha1@gmail.com" userId="ae26420ed2190c1f" providerId="Windows Live" clId="Web-{A24A9FE1-DD06-F523-713A-7C0B02C02D39}" dt="2026-01-02T19:23:02.761" v="45"/>
          <ac:spMkLst>
            <pc:docMk/>
            <pc:sldMk cId="2272265890" sldId="261"/>
            <ac:spMk id="3" creationId="{B914C9DE-836B-771C-B5C4-6E9328F283DF}"/>
          </ac:spMkLst>
        </pc:spChg>
        <pc:picChg chg="add mod ord">
          <ac:chgData name="nirnaysinha1@gmail.com" userId="ae26420ed2190c1f" providerId="Windows Live" clId="Web-{A24A9FE1-DD06-F523-713A-7C0B02C02D39}" dt="2026-01-02T19:24:05.574" v="60" actId="1076"/>
          <ac:picMkLst>
            <pc:docMk/>
            <pc:sldMk cId="2272265890" sldId="261"/>
            <ac:picMk id="4" creationId="{E1F6C454-F730-94A6-69BC-B75C9C011F7A}"/>
          </ac:picMkLst>
        </pc:picChg>
      </pc:sldChg>
      <pc:sldChg chg="modSp modTransition">
        <pc:chgData name="nirnaysinha1@gmail.com" userId="ae26420ed2190c1f" providerId="Windows Live" clId="Web-{A24A9FE1-DD06-F523-713A-7C0B02C02D39}" dt="2026-01-02T19:37:00.466" v="121"/>
        <pc:sldMkLst>
          <pc:docMk/>
          <pc:sldMk cId="2929412677" sldId="262"/>
        </pc:sldMkLst>
        <pc:spChg chg="mod">
          <ac:chgData name="nirnaysinha1@gmail.com" userId="ae26420ed2190c1f" providerId="Windows Live" clId="Web-{A24A9FE1-DD06-F523-713A-7C0B02C02D39}" dt="2026-01-02T19:27:24.554" v="71" actId="20577"/>
          <ac:spMkLst>
            <pc:docMk/>
            <pc:sldMk cId="2929412677" sldId="262"/>
            <ac:spMk id="2" creationId="{EC503BB5-3623-B393-E7D5-518A7EE727CF}"/>
          </ac:spMkLst>
        </pc:spChg>
        <pc:spChg chg="mod">
          <ac:chgData name="nirnaysinha1@gmail.com" userId="ae26420ed2190c1f" providerId="Windows Live" clId="Web-{A24A9FE1-DD06-F523-713A-7C0B02C02D39}" dt="2026-01-02T19:27:40.087" v="74" actId="14100"/>
          <ac:spMkLst>
            <pc:docMk/>
            <pc:sldMk cId="2929412677" sldId="262"/>
            <ac:spMk id="3" creationId="{742B8C8B-4D0E-12EF-478E-315127F9B969}"/>
          </ac:spMkLst>
        </pc:spChg>
      </pc:sldChg>
      <pc:sldChg chg="addSp delSp modSp mod modTransition setBg">
        <pc:chgData name="nirnaysinha1@gmail.com" userId="ae26420ed2190c1f" providerId="Windows Live" clId="Web-{A24A9FE1-DD06-F523-713A-7C0B02C02D39}" dt="2026-01-02T19:37:01.857" v="122"/>
        <pc:sldMkLst>
          <pc:docMk/>
          <pc:sldMk cId="2676609266" sldId="263"/>
        </pc:sldMkLst>
        <pc:spChg chg="mod ord">
          <ac:chgData name="nirnaysinha1@gmail.com" userId="ae26420ed2190c1f" providerId="Windows Live" clId="Web-{A24A9FE1-DD06-F523-713A-7C0B02C02D39}" dt="2026-01-02T19:29:00.422" v="87" actId="14100"/>
          <ac:spMkLst>
            <pc:docMk/>
            <pc:sldMk cId="2676609266" sldId="263"/>
            <ac:spMk id="2" creationId="{0D65B70D-CB6A-2078-82DB-B702E5770C02}"/>
          </ac:spMkLst>
        </pc:spChg>
        <pc:spChg chg="del">
          <ac:chgData name="nirnaysinha1@gmail.com" userId="ae26420ed2190c1f" providerId="Windows Live" clId="Web-{A24A9FE1-DD06-F523-713A-7C0B02C02D39}" dt="2026-01-02T19:28:13.387" v="79"/>
          <ac:spMkLst>
            <pc:docMk/>
            <pc:sldMk cId="2676609266" sldId="263"/>
            <ac:spMk id="3" creationId="{18A9A517-9D48-C04E-43A2-C3434C774E4F}"/>
          </ac:spMkLst>
        </pc:spChg>
        <pc:spChg chg="add del">
          <ac:chgData name="nirnaysinha1@gmail.com" userId="ae26420ed2190c1f" providerId="Windows Live" clId="Web-{A24A9FE1-DD06-F523-713A-7C0B02C02D39}" dt="2026-01-02T19:28:32.123" v="82"/>
          <ac:spMkLst>
            <pc:docMk/>
            <pc:sldMk cId="2676609266" sldId="263"/>
            <ac:spMk id="8" creationId="{D45A0BFE-C73A-605A-2F58-E7CE84FD105C}"/>
          </ac:spMkLst>
        </pc:spChg>
        <pc:spChg chg="add del">
          <ac:chgData name="nirnaysinha1@gmail.com" userId="ae26420ed2190c1f" providerId="Windows Live" clId="Web-{A24A9FE1-DD06-F523-713A-7C0B02C02D39}" dt="2026-01-02T19:28:32.123" v="82"/>
          <ac:spMkLst>
            <pc:docMk/>
            <pc:sldMk cId="2676609266" sldId="263"/>
            <ac:spMk id="11" creationId="{78632963-757B-40C2-BB84-FC6107A54DAD}"/>
          </ac:spMkLst>
        </pc:spChg>
        <pc:spChg chg="add del">
          <ac:chgData name="nirnaysinha1@gmail.com" userId="ae26420ed2190c1f" providerId="Windows Live" clId="Web-{A24A9FE1-DD06-F523-713A-7C0B02C02D39}" dt="2026-01-02T19:28:32.123" v="82"/>
          <ac:spMkLst>
            <pc:docMk/>
            <pc:sldMk cId="2676609266" sldId="263"/>
            <ac:spMk id="13" creationId="{2853AE55-7E35-44B0-89F1-3F52B262AF33}"/>
          </ac:spMkLst>
        </pc:spChg>
        <pc:spChg chg="add del">
          <ac:chgData name="nirnaysinha1@gmail.com" userId="ae26420ed2190c1f" providerId="Windows Live" clId="Web-{A24A9FE1-DD06-F523-713A-7C0B02C02D39}" dt="2026-01-02T19:28:32.123" v="82"/>
          <ac:spMkLst>
            <pc:docMk/>
            <pc:sldMk cId="2676609266" sldId="263"/>
            <ac:spMk id="15" creationId="{DBC4BE4D-4B50-4F51-9F85-4B5D60B02D81}"/>
          </ac:spMkLst>
        </pc:spChg>
        <pc:picChg chg="add mod ord">
          <ac:chgData name="nirnaysinha1@gmail.com" userId="ae26420ed2190c1f" providerId="Windows Live" clId="Web-{A24A9FE1-DD06-F523-713A-7C0B02C02D39}" dt="2026-01-02T19:29:01.766" v="89" actId="1076"/>
          <ac:picMkLst>
            <pc:docMk/>
            <pc:sldMk cId="2676609266" sldId="263"/>
            <ac:picMk id="4" creationId="{6D923D88-E708-B2C7-56E3-DD6A4B45C314}"/>
          </ac:picMkLst>
        </pc:picChg>
      </pc:sldChg>
      <pc:sldChg chg="modTransition">
        <pc:chgData name="nirnaysinha1@gmail.com" userId="ae26420ed2190c1f" providerId="Windows Live" clId="Web-{A24A9FE1-DD06-F523-713A-7C0B02C02D39}" dt="2026-01-02T19:37:07.169" v="124"/>
        <pc:sldMkLst>
          <pc:docMk/>
          <pc:sldMk cId="2867159229" sldId="264"/>
        </pc:sldMkLst>
      </pc:sldChg>
      <pc:sldChg chg="modTransition">
        <pc:chgData name="nirnaysinha1@gmail.com" userId="ae26420ed2190c1f" providerId="Windows Live" clId="Web-{A24A9FE1-DD06-F523-713A-7C0B02C02D39}" dt="2026-01-02T19:37:11.638" v="126"/>
        <pc:sldMkLst>
          <pc:docMk/>
          <pc:sldMk cId="3877618858" sldId="265"/>
        </pc:sldMkLst>
      </pc:sldChg>
      <pc:sldChg chg="modTransition">
        <pc:chgData name="nirnaysinha1@gmail.com" userId="ae26420ed2190c1f" providerId="Windows Live" clId="Web-{A24A9FE1-DD06-F523-713A-7C0B02C02D39}" dt="2026-01-02T19:37:13.404" v="127"/>
        <pc:sldMkLst>
          <pc:docMk/>
          <pc:sldMk cId="3320048558" sldId="266"/>
        </pc:sldMkLst>
      </pc:sldChg>
      <pc:sldChg chg="modTransition">
        <pc:chgData name="nirnaysinha1@gmail.com" userId="ae26420ed2190c1f" providerId="Windows Live" clId="Web-{A24A9FE1-DD06-F523-713A-7C0B02C02D39}" dt="2026-01-02T19:37:09.826" v="125"/>
        <pc:sldMkLst>
          <pc:docMk/>
          <pc:sldMk cId="2587765104" sldId="267"/>
        </pc:sldMkLst>
      </pc:sldChg>
      <pc:sldChg chg="modSp new modTransition">
        <pc:chgData name="nirnaysinha1@gmail.com" userId="ae26420ed2190c1f" providerId="Windows Live" clId="Web-{A24A9FE1-DD06-F523-713A-7C0B02C02D39}" dt="2026-01-02T19:37:03.466" v="123"/>
        <pc:sldMkLst>
          <pc:docMk/>
          <pc:sldMk cId="105888318" sldId="268"/>
        </pc:sldMkLst>
        <pc:spChg chg="mod">
          <ac:chgData name="nirnaysinha1@gmail.com" userId="ae26420ed2190c1f" providerId="Windows Live" clId="Web-{A24A9FE1-DD06-F523-713A-7C0B02C02D39}" dt="2026-01-02T19:29:34.830" v="102" actId="20577"/>
          <ac:spMkLst>
            <pc:docMk/>
            <pc:sldMk cId="105888318" sldId="268"/>
            <ac:spMk id="2" creationId="{4099C778-61CD-B3E9-5542-1FA23ABA2F49}"/>
          </ac:spMkLst>
        </pc:spChg>
        <pc:spChg chg="mod">
          <ac:chgData name="nirnaysinha1@gmail.com" userId="ae26420ed2190c1f" providerId="Windows Live" clId="Web-{A24A9FE1-DD06-F523-713A-7C0B02C02D39}" dt="2026-01-02T19:30:05.370" v="105" actId="14100"/>
          <ac:spMkLst>
            <pc:docMk/>
            <pc:sldMk cId="105888318" sldId="268"/>
            <ac:spMk id="3" creationId="{4643708B-0560-5BA6-1283-8072E7EB05F1}"/>
          </ac:spMkLst>
        </pc:spChg>
      </pc:sldChg>
      <pc:sldChg chg="addSp delSp modSp new del mod setBg">
        <pc:chgData name="nirnaysinha1@gmail.com" userId="ae26420ed2190c1f" providerId="Windows Live" clId="Web-{A24A9FE1-DD06-F523-713A-7C0B02C02D39}" dt="2026-01-02T19:22:54.558" v="44"/>
        <pc:sldMkLst>
          <pc:docMk/>
          <pc:sldMk cId="2866372287" sldId="268"/>
        </pc:sldMkLst>
        <pc:spChg chg="add del">
          <ac:chgData name="nirnaysinha1@gmail.com" userId="ae26420ed2190c1f" providerId="Windows Live" clId="Web-{A24A9FE1-DD06-F523-713A-7C0B02C02D39}" dt="2026-01-02T19:22:35.073" v="41"/>
          <ac:spMkLst>
            <pc:docMk/>
            <pc:sldMk cId="2866372287" sldId="268"/>
            <ac:spMk id="5" creationId="{F2155CD3-83BB-4AEA-A737-FFB45BF5B994}"/>
          </ac:spMkLst>
        </pc:spChg>
        <pc:spChg chg="add del">
          <ac:chgData name="nirnaysinha1@gmail.com" userId="ae26420ed2190c1f" providerId="Windows Live" clId="Web-{A24A9FE1-DD06-F523-713A-7C0B02C02D39}" dt="2026-01-02T19:22:35.073" v="41"/>
          <ac:spMkLst>
            <pc:docMk/>
            <pc:sldMk cId="2866372287" sldId="268"/>
            <ac:spMk id="6" creationId="{C9481AC0-C94A-42B2-A337-8F2BD27B4C96}"/>
          </ac:spMkLst>
        </pc:spChg>
        <pc:spChg chg="add del">
          <ac:chgData name="nirnaysinha1@gmail.com" userId="ae26420ed2190c1f" providerId="Windows Live" clId="Web-{A24A9FE1-DD06-F523-713A-7C0B02C02D39}" dt="2026-01-02T19:20:47.367" v="21"/>
          <ac:spMkLst>
            <pc:docMk/>
            <pc:sldMk cId="2866372287" sldId="268"/>
            <ac:spMk id="7" creationId="{48E0FBF5-F1B5-4711-AFDD-A39FF34BCA6E}"/>
          </ac:spMkLst>
        </pc:spChg>
        <pc:spChg chg="add del">
          <ac:chgData name="nirnaysinha1@gmail.com" userId="ae26420ed2190c1f" providerId="Windows Live" clId="Web-{A24A9FE1-DD06-F523-713A-7C0B02C02D39}" dt="2026-01-02T19:21:21.057" v="28"/>
          <ac:spMkLst>
            <pc:docMk/>
            <pc:sldMk cId="2866372287" sldId="268"/>
            <ac:spMk id="8" creationId="{9664D085-C814-4D74-BCE0-2059F0DC0434}"/>
          </ac:spMkLst>
        </pc:spChg>
        <pc:spChg chg="add del">
          <ac:chgData name="nirnaysinha1@gmail.com" userId="ae26420ed2190c1f" providerId="Windows Live" clId="Web-{A24A9FE1-DD06-F523-713A-7C0B02C02D39}" dt="2026-01-02T19:20:47.367" v="21"/>
          <ac:spMkLst>
            <pc:docMk/>
            <pc:sldMk cId="2866372287" sldId="268"/>
            <ac:spMk id="9" creationId="{048C101B-4757-46DF-AB0F-72AE1AD2DB88}"/>
          </ac:spMkLst>
        </pc:spChg>
        <pc:spChg chg="add del">
          <ac:chgData name="nirnaysinha1@gmail.com" userId="ae26420ed2190c1f" providerId="Windows Live" clId="Web-{A24A9FE1-DD06-F523-713A-7C0B02C02D39}" dt="2026-01-02T19:21:21.057" v="28"/>
          <ac:spMkLst>
            <pc:docMk/>
            <pc:sldMk cId="2866372287" sldId="268"/>
            <ac:spMk id="10" creationId="{DDA5539E-D8B4-4F5A-B46F-C304F5D7A847}"/>
          </ac:spMkLst>
        </pc:spChg>
        <pc:spChg chg="add del">
          <ac:chgData name="nirnaysinha1@gmail.com" userId="ae26420ed2190c1f" providerId="Windows Live" clId="Web-{A24A9FE1-DD06-F523-713A-7C0B02C02D39}" dt="2026-01-02T19:22:35.073" v="41"/>
          <ac:spMkLst>
            <pc:docMk/>
            <pc:sldMk cId="2866372287" sldId="268"/>
            <ac:spMk id="12" creationId="{9C990ECF-0B2F-4372-9715-326BA840E4E2}"/>
          </ac:spMkLst>
        </pc:spChg>
        <pc:spChg chg="add del">
          <ac:chgData name="nirnaysinha1@gmail.com" userId="ae26420ed2190c1f" providerId="Windows Live" clId="Web-{A24A9FE1-DD06-F523-713A-7C0B02C02D39}" dt="2026-01-02T19:22:32.308" v="38"/>
          <ac:spMkLst>
            <pc:docMk/>
            <pc:sldMk cId="2866372287" sldId="268"/>
            <ac:spMk id="17" creationId="{A069235B-22DB-4231-8291-D64DA2CDEB4E}"/>
          </ac:spMkLst>
        </pc:spChg>
        <pc:spChg chg="add del">
          <ac:chgData name="nirnaysinha1@gmail.com" userId="ae26420ed2190c1f" providerId="Windows Live" clId="Web-{A24A9FE1-DD06-F523-713A-7C0B02C02D39}" dt="2026-01-02T19:22:32.308" v="38"/>
          <ac:spMkLst>
            <pc:docMk/>
            <pc:sldMk cId="2866372287" sldId="268"/>
            <ac:spMk id="19" creationId="{7AAE40DA-1F5A-4A1A-89CA-2BC620DCDB96}"/>
          </ac:spMkLst>
        </pc:spChg>
        <pc:spChg chg="add del">
          <ac:chgData name="nirnaysinha1@gmail.com" userId="ae26420ed2190c1f" providerId="Windows Live" clId="Web-{A24A9FE1-DD06-F523-713A-7C0B02C02D39}" dt="2026-01-02T19:22:35.058" v="40"/>
          <ac:spMkLst>
            <pc:docMk/>
            <pc:sldMk cId="2866372287" sldId="268"/>
            <ac:spMk id="21" creationId="{9664D085-C814-4D74-BCE0-2059F0DC0434}"/>
          </ac:spMkLst>
        </pc:spChg>
        <pc:spChg chg="add del">
          <ac:chgData name="nirnaysinha1@gmail.com" userId="ae26420ed2190c1f" providerId="Windows Live" clId="Web-{A24A9FE1-DD06-F523-713A-7C0B02C02D39}" dt="2026-01-02T19:22:35.058" v="40"/>
          <ac:spMkLst>
            <pc:docMk/>
            <pc:sldMk cId="2866372287" sldId="268"/>
            <ac:spMk id="22" creationId="{DDA5539E-D8B4-4F5A-B46F-C304F5D7A847}"/>
          </ac:spMkLst>
        </pc:spChg>
        <pc:spChg chg="add">
          <ac:chgData name="nirnaysinha1@gmail.com" userId="ae26420ed2190c1f" providerId="Windows Live" clId="Web-{A24A9FE1-DD06-F523-713A-7C0B02C02D39}" dt="2026-01-02T19:22:35.073" v="41"/>
          <ac:spMkLst>
            <pc:docMk/>
            <pc:sldMk cId="2866372287" sldId="268"/>
            <ac:spMk id="24" creationId="{A069235B-22DB-4231-8291-D64DA2CDEB4E}"/>
          </ac:spMkLst>
        </pc:spChg>
        <pc:spChg chg="add">
          <ac:chgData name="nirnaysinha1@gmail.com" userId="ae26420ed2190c1f" providerId="Windows Live" clId="Web-{A24A9FE1-DD06-F523-713A-7C0B02C02D39}" dt="2026-01-02T19:22:35.073" v="41"/>
          <ac:spMkLst>
            <pc:docMk/>
            <pc:sldMk cId="2866372287" sldId="268"/>
            <ac:spMk id="25" creationId="{7AAE40DA-1F5A-4A1A-89CA-2BC620DCDB96}"/>
          </ac:spMkLst>
        </pc:spChg>
        <pc:picChg chg="add del mod">
          <ac:chgData name="nirnaysinha1@gmail.com" userId="ae26420ed2190c1f" providerId="Windows Live" clId="Web-{A24A9FE1-DD06-F523-713A-7C0B02C02D39}" dt="2026-01-02T19:20:55.977" v="24"/>
          <ac:picMkLst>
            <pc:docMk/>
            <pc:sldMk cId="2866372287" sldId="268"/>
            <ac:picMk id="2" creationId="{0CC6A16D-C390-2905-FFBF-80C5619AA26C}"/>
          </ac:picMkLst>
        </pc:picChg>
        <pc:picChg chg="add mod">
          <ac:chgData name="nirnaysinha1@gmail.com" userId="ae26420ed2190c1f" providerId="Windows Live" clId="Web-{A24A9FE1-DD06-F523-713A-7C0B02C02D39}" dt="2026-01-02T19:22:51.152" v="43" actId="1076"/>
          <ac:picMkLst>
            <pc:docMk/>
            <pc:sldMk cId="2866372287" sldId="268"/>
            <ac:picMk id="3" creationId="{1ADEE42C-5014-F96A-BF7D-42A184DECF3A}"/>
          </ac:picMkLst>
        </pc:picChg>
      </pc:sldChg>
      <pc:sldChg chg="addSp delSp modSp new mod setBg">
        <pc:chgData name="nirnaysinha1@gmail.com" userId="ae26420ed2190c1f" providerId="Windows Live" clId="Web-{A24A9FE1-DD06-F523-713A-7C0B02C02D39}" dt="2026-01-02T19:52:29.130" v="198"/>
        <pc:sldMkLst>
          <pc:docMk/>
          <pc:sldMk cId="1672012263" sldId="269"/>
        </pc:sldMkLst>
        <pc:spChg chg="add del">
          <ac:chgData name="nirnaysinha1@gmail.com" userId="ae26420ed2190c1f" providerId="Windows Live" clId="Web-{A24A9FE1-DD06-F523-713A-7C0B02C02D39}" dt="2026-01-02T19:52:25.349" v="195"/>
          <ac:spMkLst>
            <pc:docMk/>
            <pc:sldMk cId="1672012263" sldId="269"/>
            <ac:spMk id="5" creationId="{ABFA8CD2-9DD1-463F-94B6-F2A390BC9FD0}"/>
          </ac:spMkLst>
        </pc:spChg>
        <pc:spChg chg="add del">
          <ac:chgData name="nirnaysinha1@gmail.com" userId="ae26420ed2190c1f" providerId="Windows Live" clId="Web-{A24A9FE1-DD06-F523-713A-7C0B02C02D39}" dt="2026-01-02T19:52:25.349" v="195"/>
          <ac:spMkLst>
            <pc:docMk/>
            <pc:sldMk cId="1672012263" sldId="269"/>
            <ac:spMk id="6" creationId="{92B53684-2A8B-4C6B-8F55-3B5CE3994312}"/>
          </ac:spMkLst>
        </pc:spChg>
        <pc:spChg chg="add del">
          <ac:chgData name="nirnaysinha1@gmail.com" userId="ae26420ed2190c1f" providerId="Windows Live" clId="Web-{A24A9FE1-DD06-F523-713A-7C0B02C02D39}" dt="2026-01-02T19:52:13.708" v="189"/>
          <ac:spMkLst>
            <pc:docMk/>
            <pc:sldMk cId="1672012263" sldId="269"/>
            <ac:spMk id="8" creationId="{ABFA8CD2-9DD1-463F-94B6-F2A390BC9FD0}"/>
          </ac:spMkLst>
        </pc:spChg>
        <pc:spChg chg="add del">
          <ac:chgData name="nirnaysinha1@gmail.com" userId="ae26420ed2190c1f" providerId="Windows Live" clId="Web-{A24A9FE1-DD06-F523-713A-7C0B02C02D39}" dt="2026-01-02T19:52:29.130" v="197"/>
          <ac:spMkLst>
            <pc:docMk/>
            <pc:sldMk cId="1672012263" sldId="269"/>
            <ac:spMk id="9" creationId="{A069235B-22DB-4231-8291-D64DA2CDEB4E}"/>
          </ac:spMkLst>
        </pc:spChg>
        <pc:spChg chg="add del">
          <ac:chgData name="nirnaysinha1@gmail.com" userId="ae26420ed2190c1f" providerId="Windows Live" clId="Web-{A24A9FE1-DD06-F523-713A-7C0B02C02D39}" dt="2026-01-02T19:52:13.708" v="189"/>
          <ac:spMkLst>
            <pc:docMk/>
            <pc:sldMk cId="1672012263" sldId="269"/>
            <ac:spMk id="10" creationId="{92B53684-2A8B-4C6B-8F55-3B5CE3994312}"/>
          </ac:spMkLst>
        </pc:spChg>
        <pc:spChg chg="add del">
          <ac:chgData name="nirnaysinha1@gmail.com" userId="ae26420ed2190c1f" providerId="Windows Live" clId="Web-{A24A9FE1-DD06-F523-713A-7C0B02C02D39}" dt="2026-01-02T19:52:29.130" v="197"/>
          <ac:spMkLst>
            <pc:docMk/>
            <pc:sldMk cId="1672012263" sldId="269"/>
            <ac:spMk id="11" creationId="{7AAE40DA-1F5A-4A1A-89CA-2BC620DCDB96}"/>
          </ac:spMkLst>
        </pc:spChg>
        <pc:picChg chg="add del mod">
          <ac:chgData name="nirnaysinha1@gmail.com" userId="ae26420ed2190c1f" providerId="Windows Live" clId="Web-{A24A9FE1-DD06-F523-713A-7C0B02C02D39}" dt="2026-01-02T19:51:54.315" v="184"/>
          <ac:picMkLst>
            <pc:docMk/>
            <pc:sldMk cId="1672012263" sldId="269"/>
            <ac:picMk id="2" creationId="{E53CF00C-8AE3-4532-BAA8-D1F4AD6FA15E}"/>
          </ac:picMkLst>
        </pc:picChg>
        <pc:picChg chg="add mod">
          <ac:chgData name="nirnaysinha1@gmail.com" userId="ae26420ed2190c1f" providerId="Windows Live" clId="Web-{A24A9FE1-DD06-F523-713A-7C0B02C02D39}" dt="2026-01-02T19:52:29.130" v="198"/>
          <ac:picMkLst>
            <pc:docMk/>
            <pc:sldMk cId="1672012263" sldId="269"/>
            <ac:picMk id="3" creationId="{955FCA66-758D-2546-3A2C-AA26E355CE8C}"/>
          </ac:picMkLst>
        </pc:picChg>
      </pc:sldChg>
      <pc:sldChg chg="addSp delSp modSp new del">
        <pc:chgData name="nirnaysinha1@gmail.com" userId="ae26420ed2190c1f" providerId="Windows Live" clId="Web-{A24A9FE1-DD06-F523-713A-7C0B02C02D39}" dt="2026-01-02T19:50:19.969" v="179"/>
        <pc:sldMkLst>
          <pc:docMk/>
          <pc:sldMk cId="2770630187" sldId="269"/>
        </pc:sldMkLst>
        <pc:spChg chg="add del mod topLvl">
          <ac:chgData name="nirnaysinha1@gmail.com" userId="ae26420ed2190c1f" providerId="Windows Live" clId="Web-{A24A9FE1-DD06-F523-713A-7C0B02C02D39}" dt="2026-01-02T19:50:12.172" v="177"/>
          <ac:spMkLst>
            <pc:docMk/>
            <pc:sldMk cId="2770630187" sldId="269"/>
            <ac:spMk id="2" creationId="{434061B3-8068-3459-C32B-02CEA39282D2}"/>
          </ac:spMkLst>
        </pc:spChg>
        <pc:spChg chg="add mod topLvl">
          <ac:chgData name="nirnaysinha1@gmail.com" userId="ae26420ed2190c1f" providerId="Windows Live" clId="Web-{A24A9FE1-DD06-F523-713A-7C0B02C02D39}" dt="2026-01-02T19:50:15.172" v="178" actId="1076"/>
          <ac:spMkLst>
            <pc:docMk/>
            <pc:sldMk cId="2770630187" sldId="269"/>
            <ac:spMk id="3" creationId="{0FDC8D0D-269D-4AA4-33FA-0499C3AF8869}"/>
          </ac:spMkLst>
        </pc:spChg>
        <pc:grpChg chg="add del">
          <ac:chgData name="nirnaysinha1@gmail.com" userId="ae26420ed2190c1f" providerId="Windows Live" clId="Web-{A24A9FE1-DD06-F523-713A-7C0B02C02D39}" dt="2026-01-02T19:50:12.172" v="177"/>
          <ac:grpSpMkLst>
            <pc:docMk/>
            <pc:sldMk cId="2770630187" sldId="269"/>
            <ac:grpSpMk id="4" creationId="{AFA3326E-CFC9-5637-7478-343CA2BEE565}"/>
          </ac:grpSpMkLst>
        </pc:grpChg>
      </pc:sldChg>
    </pc:docChg>
  </pc:docChgLst>
  <pc:docChgLst>
    <pc:chgData name="nirnaysinha1@gmail.com" userId="ae26420ed2190c1f" providerId="Windows Live" clId="Web-{8A6F06F4-C00F-B705-F022-CC5FCE7DB228}"/>
    <pc:docChg chg="mod addSld modSld sldOrd addMainMaster delMainMaster">
      <pc:chgData name="nirnaysinha1@gmail.com" userId="ae26420ed2190c1f" providerId="Windows Live" clId="Web-{8A6F06F4-C00F-B705-F022-CC5FCE7DB228}" dt="2026-01-02T07:05:25.020" v="245"/>
      <pc:docMkLst>
        <pc:docMk/>
      </pc:docMkLst>
      <pc:sldChg chg="modSp mod modTransition modClrScheme chgLayout">
        <pc:chgData name="nirnaysinha1@gmail.com" userId="ae26420ed2190c1f" providerId="Windows Live" clId="Web-{8A6F06F4-C00F-B705-F022-CC5FCE7DB228}" dt="2026-01-02T07:05:08.471" v="244"/>
        <pc:sldMkLst>
          <pc:docMk/>
          <pc:sldMk cId="109857222" sldId="256"/>
        </pc:sldMkLst>
        <pc:spChg chg="mod ord">
          <ac:chgData name="nirnaysinha1@gmail.com" userId="ae26420ed2190c1f" providerId="Windows Live" clId="Web-{8A6F06F4-C00F-B705-F022-CC5FCE7DB228}" dt="2026-01-02T06:59:20.949" v="243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Transition modClrScheme chgLayout">
        <pc:chgData name="nirnaysinha1@gmail.com" userId="ae26420ed2190c1f" providerId="Windows Live" clId="Web-{8A6F06F4-C00F-B705-F022-CC5FCE7DB228}" dt="2026-01-02T07:05:25.020" v="245"/>
        <pc:sldMkLst>
          <pc:docMk/>
          <pc:sldMk cId="3862278525" sldId="257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862278525" sldId="257"/>
            <ac:spMk id="2" creationId="{9E02EF08-E55F-438D-DE7C-BDB6457EA11F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862278525" sldId="257"/>
            <ac:spMk id="3" creationId="{A137087D-3D13-C8A0-160C-6ABE38FD4F04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3083943107" sldId="258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083943107" sldId="258"/>
            <ac:spMk id="2" creationId="{3BE474F5-A5AB-EDF1-B319-B111F60F2A47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083943107" sldId="258"/>
            <ac:spMk id="3" creationId="{5922D09B-9B5F-4A1A-3B6B-DDCD1F7C5D26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630620998" sldId="259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630620998" sldId="259"/>
            <ac:spMk id="2" creationId="{9C22E560-C4FB-A612-B971-B98B53694A48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630620998" sldId="259"/>
            <ac:spMk id="3" creationId="{169BC1BD-6F24-E07B-A51D-586B4E988EDB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307266524" sldId="260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07266524" sldId="260"/>
            <ac:spMk id="2" creationId="{F96FE133-8ED4-5475-5D5E-0E3E26FEF388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07266524" sldId="260"/>
            <ac:spMk id="3" creationId="{34BBFCE6-D00D-6167-71DE-4C312FF5952F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272265890" sldId="261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272265890" sldId="261"/>
            <ac:spMk id="2" creationId="{FD43284D-A60A-B6B5-BE2A-AA870C058423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272265890" sldId="261"/>
            <ac:spMk id="3" creationId="{B914C9DE-836B-771C-B5C4-6E9328F283DF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929412677" sldId="262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929412677" sldId="262"/>
            <ac:spMk id="2" creationId="{EC503BB5-3623-B393-E7D5-518A7EE727CF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929412677" sldId="262"/>
            <ac:spMk id="3" creationId="{742B8C8B-4D0E-12EF-478E-315127F9B969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676609266" sldId="263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676609266" sldId="263"/>
            <ac:spMk id="2" creationId="{0D65B70D-CB6A-2078-82DB-B702E5770C02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676609266" sldId="263"/>
            <ac:spMk id="3" creationId="{18A9A517-9D48-C04E-43A2-C3434C774E4F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867159229" sldId="264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867159229" sldId="264"/>
            <ac:spMk id="2" creationId="{3B599E79-31A2-3809-9B9F-EB9294ACB48B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867159229" sldId="264"/>
            <ac:spMk id="3" creationId="{A00728DC-6631-6334-2556-C334B847131D}"/>
          </ac:spMkLst>
        </pc:spChg>
      </pc:sldChg>
      <pc:sldChg chg="modSp new mod or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3877618858" sldId="265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877618858" sldId="265"/>
            <ac:spMk id="2" creationId="{0E380AF8-1068-ED26-6D83-98F8A3215C4D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877618858" sldId="265"/>
            <ac:spMk id="3" creationId="{9657CBFA-F839-24F4-3906-04DBBF6D6DB2}"/>
          </ac:spMkLst>
        </pc:spChg>
      </pc:sldChg>
      <pc:sldChg chg="modSp new mod or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3320048558" sldId="266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320048558" sldId="266"/>
            <ac:spMk id="2" creationId="{93D3822C-F86A-8F03-9474-355086EC6889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3320048558" sldId="266"/>
            <ac:spMk id="3" creationId="{4FA28994-8A37-9288-A9D4-DAAD30E012E2}"/>
          </ac:spMkLst>
        </pc:spChg>
      </pc:sldChg>
      <pc:sldChg chg="modSp new mod modClrScheme chgLayout">
        <pc:chgData name="nirnaysinha1@gmail.com" userId="ae26420ed2190c1f" providerId="Windows Live" clId="Web-{8A6F06F4-C00F-B705-F022-CC5FCE7DB228}" dt="2026-01-02T06:54:46.989" v="230"/>
        <pc:sldMkLst>
          <pc:docMk/>
          <pc:sldMk cId="2587765104" sldId="267"/>
        </pc:sldMkLst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587765104" sldId="267"/>
            <ac:spMk id="2" creationId="{E37E9167-E145-F219-0377-AFD9852B0BAA}"/>
          </ac:spMkLst>
        </pc:spChg>
        <pc:spChg chg="mod ord">
          <ac:chgData name="nirnaysinha1@gmail.com" userId="ae26420ed2190c1f" providerId="Windows Live" clId="Web-{8A6F06F4-C00F-B705-F022-CC5FCE7DB228}" dt="2026-01-02T06:54:46.989" v="230"/>
          <ac:spMkLst>
            <pc:docMk/>
            <pc:sldMk cId="2587765104" sldId="267"/>
            <ac:spMk id="3" creationId="{0564F5A7-69A2-3671-0D37-9D6E63DC9C0D}"/>
          </ac:spMkLst>
        </pc:spChg>
      </pc:sldChg>
      <pc:sldMasterChg chg="del delSldLayout">
        <pc:chgData name="nirnaysinha1@gmail.com" userId="ae26420ed2190c1f" providerId="Windows Live" clId="Web-{8A6F06F4-C00F-B705-F022-CC5FCE7DB228}" dt="2026-01-02T06:40:54.972" v="156"/>
        <pc:sldMasterMkLst>
          <pc:docMk/>
          <pc:sldMasterMk cId="2460954070" sldId="2147483660"/>
        </pc:sldMasterMkLst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nirnaysinha1@gmail.com" userId="ae26420ed2190c1f" providerId="Windows Live" clId="Web-{8A6F06F4-C00F-B705-F022-CC5FCE7DB228}" dt="2026-01-02T06:40:54.972" v="15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nirnaysinha1@gmail.com" userId="ae26420ed2190c1f" providerId="Windows Live" clId="Web-{8A6F06F4-C00F-B705-F022-CC5FCE7DB228}" dt="2026-01-02T06:40:57.440" v="157"/>
        <pc:sldMasterMkLst>
          <pc:docMk/>
          <pc:sldMasterMk cId="696009018" sldId="2147483672"/>
        </pc:sldMasterMkLst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814399946" sldId="2147483673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3411028921" sldId="2147483674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4264831853" sldId="2147483675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559967989" sldId="2147483676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2123335889" sldId="2147483677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284315019" sldId="2147483678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3131489404" sldId="2147483679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1564672341" sldId="2147483680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1226088592" sldId="2147483681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867691588" sldId="2147483682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0:57.440" v="157"/>
          <pc:sldLayoutMkLst>
            <pc:docMk/>
            <pc:sldMasterMk cId="696009018" sldId="2147483672"/>
            <pc:sldLayoutMk cId="1630827202" sldId="2147483683"/>
          </pc:sldLayoutMkLst>
        </pc:sldLayoutChg>
      </pc:sldMasterChg>
      <pc:sldMasterChg chg="add del addSldLayout delSldLayout modSldLayout">
        <pc:chgData name="nirnaysinha1@gmail.com" userId="ae26420ed2190c1f" providerId="Windows Live" clId="Web-{8A6F06F4-C00F-B705-F022-CC5FCE7DB228}" dt="2026-01-02T06:41:08.394" v="158"/>
        <pc:sldMasterMkLst>
          <pc:docMk/>
          <pc:sldMasterMk cId="3149541813" sldId="2147483684"/>
        </pc:sldMasterMkLst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1057728332" sldId="2147483685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3214947078" sldId="2147483686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3845731820" sldId="2147483687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2443066999" sldId="2147483688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3517577609" sldId="2147483689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2317500072" sldId="2147483690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439668599" sldId="2147483691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1680993860" sldId="2147483692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2202605097" sldId="2147483693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142323328" sldId="2147483694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41:08.394" v="158"/>
          <pc:sldLayoutMkLst>
            <pc:docMk/>
            <pc:sldMasterMk cId="3149541813" sldId="2147483684"/>
            <pc:sldLayoutMk cId="913080675" sldId="2147483695"/>
          </pc:sldLayoutMkLst>
        </pc:sldLayoutChg>
      </pc:sldMasterChg>
      <pc:sldMasterChg chg="add del addSldLayout delSldLayout modSldLayout">
        <pc:chgData name="nirnaysinha1@gmail.com" userId="ae26420ed2190c1f" providerId="Windows Live" clId="Web-{8A6F06F4-C00F-B705-F022-CC5FCE7DB228}" dt="2026-01-02T06:54:40.129" v="228"/>
        <pc:sldMasterMkLst>
          <pc:docMk/>
          <pc:sldMasterMk cId="187192350" sldId="2147483696"/>
        </pc:sldMasterMkLst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62921264" sldId="2147483697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1371933508" sldId="2147483698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2356140453" sldId="2147483699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25873900" sldId="2147483700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2737158903" sldId="2147483701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4081058484" sldId="2147483702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4245098110" sldId="2147483703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2847904488" sldId="2147483704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36259688" sldId="2147483705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2112757030" sldId="2147483706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0.129" v="228"/>
          <pc:sldLayoutMkLst>
            <pc:docMk/>
            <pc:sldMasterMk cId="187192350" sldId="2147483696"/>
            <pc:sldLayoutMk cId="409277051" sldId="2147483707"/>
          </pc:sldLayoutMkLst>
        </pc:sldLayoutChg>
      </pc:sldMasterChg>
      <pc:sldMasterChg chg="add del addSldLayout delSldLayout modSldLayout">
        <pc:chgData name="nirnaysinha1@gmail.com" userId="ae26420ed2190c1f" providerId="Windows Live" clId="Web-{8A6F06F4-C00F-B705-F022-CC5FCE7DB228}" dt="2026-01-02T06:54:43.598" v="229"/>
        <pc:sldMasterMkLst>
          <pc:docMk/>
          <pc:sldMasterMk cId="2348803143" sldId="2147483708"/>
        </pc:sldMasterMkLst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3605721049" sldId="2147483709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394725785" sldId="2147483710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549309501" sldId="2147483711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2905918150" sldId="2147483712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2084846989" sldId="2147483713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2926275319" sldId="2147483714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1257452670" sldId="2147483715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3443368597" sldId="2147483716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2928979840" sldId="2147483717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2671634201" sldId="2147483718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3.598" v="229"/>
          <pc:sldLayoutMkLst>
            <pc:docMk/>
            <pc:sldMasterMk cId="2348803143" sldId="2147483708"/>
            <pc:sldLayoutMk cId="1647674625" sldId="2147483719"/>
          </pc:sldLayoutMkLst>
        </pc:sldLayoutChg>
      </pc:sldMasterChg>
      <pc:sldMasterChg chg="add del addSldLayout delSldLayout modSldLayout">
        <pc:chgData name="nirnaysinha1@gmail.com" userId="ae26420ed2190c1f" providerId="Windows Live" clId="Web-{8A6F06F4-C00F-B705-F022-CC5FCE7DB228}" dt="2026-01-02T06:54:46.989" v="230"/>
        <pc:sldMasterMkLst>
          <pc:docMk/>
          <pc:sldMasterMk cId="767405587" sldId="2147483720"/>
        </pc:sldMasterMkLst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3066257451" sldId="2147483721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666307415" sldId="2147483722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574251943" sldId="2147483723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1057932727" sldId="2147483724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597721144" sldId="2147483725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070570067" sldId="2147483726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027508865" sldId="2147483727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4154159835" sldId="2147483728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787804770" sldId="2147483729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849964890" sldId="2147483730"/>
          </pc:sldLayoutMkLst>
        </pc:sldLayoutChg>
        <pc:sldLayoutChg chg="add del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767405587" sldId="2147483720"/>
            <pc:sldLayoutMk cId="2570384349" sldId="2147483731"/>
          </pc:sldLayoutMkLst>
        </pc:sldLayoutChg>
      </pc:sldMasterChg>
      <pc:sldMasterChg chg="add addSldLayout modSldLayout">
        <pc:chgData name="nirnaysinha1@gmail.com" userId="ae26420ed2190c1f" providerId="Windows Live" clId="Web-{8A6F06F4-C00F-B705-F022-CC5FCE7DB228}" dt="2026-01-02T06:54:46.989" v="230"/>
        <pc:sldMasterMkLst>
          <pc:docMk/>
          <pc:sldMasterMk cId="3279288823" sldId="2147483732"/>
        </pc:sldMasterMkLst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3286818859" sldId="2147483733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1123167013" sldId="2147483734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2704149404" sldId="2147483735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1975918466" sldId="2147483736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64970117" sldId="2147483737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716545993" sldId="2147483738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1165212365" sldId="2147483739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628513401" sldId="2147483740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1487231532" sldId="2147483741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1147317492" sldId="2147483742"/>
          </pc:sldLayoutMkLst>
        </pc:sldLayoutChg>
        <pc:sldLayoutChg chg="add mod replId">
          <pc:chgData name="nirnaysinha1@gmail.com" userId="ae26420ed2190c1f" providerId="Windows Live" clId="Web-{8A6F06F4-C00F-B705-F022-CC5FCE7DB228}" dt="2026-01-02T06:54:46.989" v="230"/>
          <pc:sldLayoutMkLst>
            <pc:docMk/>
            <pc:sldMasterMk cId="3279288823" sldId="2147483732"/>
            <pc:sldLayoutMk cId="2581258711" sldId="2147483743"/>
          </pc:sldLayoutMkLst>
        </pc:sldLayoutChg>
      </pc:sldMasterChg>
    </pc:docChg>
  </pc:docChgLst>
  <pc:docChgLst>
    <pc:chgData name="nirnaysinha1@gmail.com" userId="ae26420ed2190c1f" providerId="Windows Live" clId="Web-{8FC0ECAD-0EC1-0D23-6504-53DC057247A2}"/>
    <pc:docChg chg="addSld delSld">
      <pc:chgData name="nirnaysinha1@gmail.com" userId="ae26420ed2190c1f" providerId="Windows Live" clId="Web-{8FC0ECAD-0EC1-0D23-6504-53DC057247A2}" dt="2026-01-02T19:14:09.351" v="1"/>
      <pc:docMkLst>
        <pc:docMk/>
      </pc:docMkLst>
      <pc:sldChg chg="new del">
        <pc:chgData name="nirnaysinha1@gmail.com" userId="ae26420ed2190c1f" providerId="Windows Live" clId="Web-{8FC0ECAD-0EC1-0D23-6504-53DC057247A2}" dt="2026-01-02T19:14:09.351" v="1"/>
        <pc:sldMkLst>
          <pc:docMk/>
          <pc:sldMk cId="62682250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76EB9D5-7E1A-4433-8B21-2237CC26FA2C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18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EF837-FEDB-44F2-8FB5-4F56FC548A33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6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EC2AB55-62C0-407E-B706-C907B44B0BFC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149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BB33F-FEF5-4E73-A5F9-307689FE77C6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91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FA4-F0B8-4D71-BC92-932E3A1502F8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9F80-C2CE-4D6A-80E4-D3515AD92BC6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4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220E-EF40-477E-B84C-637FC7CE78DB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1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8D63-E026-4E54-B301-C824E1BD14F3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851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C423185-9573-406A-8068-0AB4F2335019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723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8A19-B9D6-4696-A74D-9FEF900C8B6A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1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5100-39B0-4914-BBD6-34F267582565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5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5516DA-9D86-4E1E-A623-C11F9F74EB59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327928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8142"/>
            <a:ext cx="9144000" cy="790533"/>
          </a:xfrm>
          <a:ln>
            <a:solidFill>
              <a:srgbClr val="4472C4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highlight>
                  <a:srgbClr val="008080"/>
                </a:highlight>
                <a:latin typeface="FangSong"/>
                <a:ea typeface="Cambria"/>
                <a:cs typeface="Times New Roman"/>
              </a:rPr>
              <a:t>System Resource Info Tool</a:t>
            </a:r>
            <a:br>
              <a:rPr lang="en-US" sz="4800" b="1" dirty="0">
                <a:solidFill>
                  <a:schemeClr val="bg1"/>
                </a:solidFill>
                <a:highlight>
                  <a:srgbClr val="008080"/>
                </a:highlight>
                <a:latin typeface="FangSong"/>
              </a:rPr>
            </a:br>
            <a:endParaRPr lang="en-US" sz="3600" b="1">
              <a:solidFill>
                <a:schemeClr val="bg1"/>
              </a:solidFill>
              <a:highlight>
                <a:srgbClr val="008080"/>
              </a:highlight>
              <a:latin typeface="FangSong"/>
              <a:ea typeface="Cambria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70312"/>
            <a:ext cx="9144000" cy="407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Display Size and Limits of C Data Types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Submitted By: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Nirnay Sinha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Under the Guidance of: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Miss Naina Devi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Subject: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Programming Fundamentals with C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College: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Rungta International Skills University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EF08-E55F-438D-DE7C-BDB6457E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Agenda</a:t>
            </a:r>
            <a:r>
              <a:rPr lang="en-US" b="1">
                <a:ea typeface="+mj-lt"/>
                <a:cs typeface="+mj-lt"/>
              </a:rPr>
              <a:t> 📌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087D-3D13-C8A0-160C-6ABE38FD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ea typeface="+mn-lt"/>
                <a:cs typeface="+mn-lt"/>
              </a:rPr>
              <a:t>📘 </a:t>
            </a:r>
            <a:r>
              <a:rPr lang="en-US" sz="2800" b="1" dirty="0">
                <a:ea typeface="+mn-lt"/>
                <a:cs typeface="+mn-lt"/>
              </a:rPr>
              <a:t>Project Introduction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🛠️ Tools &amp; Technologies Used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💻 System Resource Info Tool – Code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🧠 Code Explanation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📊 Program Output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🔍 Output Explanation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🌍 Applications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⭐ Advantages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🚀 Future Scope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 ✅ Conclusion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2278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74F5-A5AB-EDF1-B319-B111F60F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Project 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2D09B-9B5F-4A1A-3B6B-DDCD1F7C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296"/>
            <a:ext cx="10515600" cy="32761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System Resource Info Tool is a C-based program.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It displays: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Memory size of C data types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Their minimum and maximum limits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standard header files for portability.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Helps understand system-dependent behavior of C programs.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943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E560-C4FB-A612-B971-B98B5369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Tools &amp; Technologies Used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C1BD-6F24-E07B-A51D-586B4E98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Programming Language: C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IDE: Visual Studio Code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Compiler: GCC / MinGW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Header Files Used:</a:t>
            </a:r>
            <a:endParaRPr lang="en-US" dirty="0"/>
          </a:p>
          <a:p>
            <a:pPr lvl="1"/>
            <a:r>
              <a:rPr lang="en-US" dirty="0" err="1">
                <a:latin typeface="Consolas"/>
              </a:rPr>
              <a:t>stdio.h</a:t>
            </a:r>
            <a:endParaRPr lang="en-US" dirty="0" err="1"/>
          </a:p>
          <a:p>
            <a:pPr lvl="1"/>
            <a:r>
              <a:rPr lang="en-US" dirty="0" err="1">
                <a:latin typeface="Consolas"/>
              </a:rPr>
              <a:t>limits.h</a:t>
            </a:r>
            <a:endParaRPr lang="en-US" dirty="0" err="1"/>
          </a:p>
          <a:p>
            <a:pPr lvl="1"/>
            <a:r>
              <a:rPr lang="en-US" dirty="0" err="1">
                <a:latin typeface="Consolas"/>
              </a:rPr>
              <a:t>float.h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Operating System: Windows / 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620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284D-A60A-B6B5-BE2A-AA870C05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68423"/>
            <a:ext cx="10058400" cy="892629"/>
          </a:xfrm>
        </p:spPr>
        <p:txBody>
          <a:bodyPr>
            <a:normAutofit/>
          </a:bodyPr>
          <a:lstStyle/>
          <a:p>
            <a:pPr algn="ctr"/>
            <a:r>
              <a:rPr lang="en-US" u="sng"/>
              <a:t>System Info Tool</a:t>
            </a:r>
            <a:endParaRPr lang="en-US" u="sng">
              <a:solidFill>
                <a:srgbClr val="FF0000"/>
              </a:solidFill>
            </a:endParaRP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1F6C454-F730-94A6-69BC-B75C9C011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7882" y="1351560"/>
            <a:ext cx="4836235" cy="518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658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3BB5-3623-B393-E7D5-518A7EE72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Code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B8C8B-4D0E-12EF-478E-315127F9B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22120"/>
            <a:ext cx="10058400" cy="4312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program starts by including standard header files: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latin typeface="Consolas"/>
              </a:rPr>
              <a:t>stdio.h</a:t>
            </a:r>
            <a:r>
              <a:rPr lang="en-US">
                <a:ea typeface="+mn-lt"/>
                <a:cs typeface="+mn-lt"/>
              </a:rPr>
              <a:t> for input and output operations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latin typeface="Consolas"/>
              </a:rPr>
              <a:t>limits.h</a:t>
            </a:r>
            <a:r>
              <a:rPr lang="en-US">
                <a:ea typeface="+mn-lt"/>
                <a:cs typeface="+mn-lt"/>
              </a:rPr>
              <a:t> to obtain minimum and maximum values of integer data types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latin typeface="Consolas"/>
              </a:rPr>
              <a:t>float.h</a:t>
            </a:r>
            <a:r>
              <a:rPr lang="en-US">
                <a:ea typeface="+mn-lt"/>
                <a:cs typeface="+mn-lt"/>
              </a:rPr>
              <a:t> to obtain range information of floating-point data types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The </a:t>
            </a:r>
            <a:r>
              <a:rPr lang="en-US">
                <a:latin typeface="Consolas"/>
              </a:rPr>
              <a:t>main()</a:t>
            </a:r>
            <a:r>
              <a:rPr lang="en-US">
                <a:ea typeface="+mn-lt"/>
                <a:cs typeface="+mn-lt"/>
              </a:rPr>
              <a:t> function is the entry point of the program.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The </a:t>
            </a:r>
            <a:r>
              <a:rPr lang="en-US">
                <a:latin typeface="Consolas"/>
              </a:rPr>
              <a:t>sizeof()</a:t>
            </a:r>
            <a:r>
              <a:rPr lang="en-US">
                <a:ea typeface="+mn-lt"/>
                <a:cs typeface="+mn-lt"/>
              </a:rPr>
              <a:t> operator is used to determine the </a:t>
            </a:r>
            <a:r>
              <a:rPr lang="en-US" b="1">
                <a:ea typeface="+mn-lt"/>
                <a:cs typeface="+mn-lt"/>
              </a:rPr>
              <a:t>memory size (in bytes)</a:t>
            </a:r>
            <a:r>
              <a:rPr lang="en-US">
                <a:ea typeface="+mn-lt"/>
                <a:cs typeface="+mn-lt"/>
              </a:rPr>
              <a:t> of various C data types such as: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latin typeface="Consolas"/>
              </a:rPr>
              <a:t>char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int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long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float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double</a:t>
            </a:r>
            <a:r>
              <a:rPr lang="en-US">
                <a:ea typeface="+mn-lt"/>
                <a:cs typeface="+mn-lt"/>
              </a:rPr>
              <a:t>, etc.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Predefined macros like </a:t>
            </a:r>
            <a:r>
              <a:rPr lang="en-US">
                <a:latin typeface="Consolas"/>
              </a:rPr>
              <a:t>INT_MAX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CHAR_MIN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>
                <a:latin typeface="Consolas"/>
              </a:rPr>
              <a:t>FLT_MAX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>
                <a:latin typeface="Consolas"/>
              </a:rPr>
              <a:t>DBL_MAX</a:t>
            </a:r>
            <a:r>
              <a:rPr lang="en-US">
                <a:ea typeface="+mn-lt"/>
                <a:cs typeface="+mn-lt"/>
              </a:rPr>
              <a:t> are used to display the </a:t>
            </a:r>
            <a:r>
              <a:rPr lang="en-US" b="1">
                <a:ea typeface="+mn-lt"/>
                <a:cs typeface="+mn-lt"/>
              </a:rPr>
              <a:t>limits of data types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latin typeface="Consolas"/>
              </a:rPr>
              <a:t>printf()</a:t>
            </a:r>
            <a:r>
              <a:rPr lang="en-US">
                <a:ea typeface="+mn-lt"/>
                <a:cs typeface="+mn-lt"/>
              </a:rPr>
              <a:t> statements are used to format and display all information clearly on the screen.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>
                <a:ea typeface="+mn-lt"/>
                <a:cs typeface="+mn-lt"/>
              </a:rPr>
              <a:t>The program terminates successfully using </a:t>
            </a:r>
            <a:r>
              <a:rPr lang="en-US">
                <a:latin typeface="Consolas"/>
              </a:rPr>
              <a:t>return 0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12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B70D-CB6A-2078-82DB-B702E577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4506"/>
            <a:ext cx="10058400" cy="6096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Output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923D88-E708-B2C7-56E3-DD6A4B45C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0036" y="1094592"/>
            <a:ext cx="6511925" cy="536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092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C778-61CD-B3E9-5542-1FA23ABA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Output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708B-0560-5BA6-1283-8072E7EB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60002"/>
            <a:ext cx="10058400" cy="37750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output displays </a:t>
            </a:r>
            <a:r>
              <a:rPr lang="en-US" b="1" dirty="0">
                <a:ea typeface="+mn-lt"/>
                <a:cs typeface="+mn-lt"/>
              </a:rPr>
              <a:t>system-specific information</a:t>
            </a:r>
            <a:r>
              <a:rPr lang="en-US" dirty="0">
                <a:ea typeface="+mn-lt"/>
                <a:cs typeface="+mn-lt"/>
              </a:rPr>
              <a:t> about C data types.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It shows the </a:t>
            </a:r>
            <a:r>
              <a:rPr lang="en-US" b="1" dirty="0">
                <a:ea typeface="+mn-lt"/>
                <a:cs typeface="+mn-lt"/>
              </a:rPr>
              <a:t>memory size (in bytes)</a:t>
            </a:r>
            <a:r>
              <a:rPr lang="en-US" dirty="0">
                <a:ea typeface="+mn-lt"/>
                <a:cs typeface="+mn-lt"/>
              </a:rPr>
              <a:t> consumed by each data type using the </a:t>
            </a:r>
            <a:r>
              <a:rPr lang="en-US" dirty="0" err="1">
                <a:latin typeface="Consolas"/>
              </a:rPr>
              <a:t>sizeof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 operator.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Integer limits such as </a:t>
            </a:r>
            <a:r>
              <a:rPr lang="en-US" b="1" dirty="0">
                <a:ea typeface="+mn-lt"/>
                <a:cs typeface="+mn-lt"/>
              </a:rPr>
              <a:t>minimum and maximum values</a:t>
            </a:r>
            <a:r>
              <a:rPr lang="en-US" dirty="0">
                <a:ea typeface="+mn-lt"/>
                <a:cs typeface="+mn-lt"/>
              </a:rPr>
              <a:t> are obtained from </a:t>
            </a:r>
            <a:r>
              <a:rPr lang="en-US" dirty="0" err="1">
                <a:latin typeface="Consolas"/>
              </a:rPr>
              <a:t>limits.h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Floating-point ranges and precision are obtained from </a:t>
            </a:r>
            <a:r>
              <a:rPr lang="en-US" dirty="0" err="1">
                <a:latin typeface="Consolas"/>
              </a:rPr>
              <a:t>float.h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The displayed values </a:t>
            </a:r>
            <a:r>
              <a:rPr lang="en-US" b="1" dirty="0">
                <a:ea typeface="+mn-lt"/>
                <a:cs typeface="+mn-lt"/>
              </a:rPr>
              <a:t>may vary across different systems and compilers</a:t>
            </a:r>
            <a:r>
              <a:rPr lang="en-US" dirty="0">
                <a:ea typeface="+mn-lt"/>
                <a:cs typeface="+mn-lt"/>
              </a:rPr>
              <a:t>, proving that C is system dependent.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This output helps programmers </a:t>
            </a:r>
            <a:r>
              <a:rPr lang="en-US" b="1" dirty="0">
                <a:ea typeface="+mn-lt"/>
                <a:cs typeface="+mn-lt"/>
              </a:rPr>
              <a:t>select appropriate data types</a:t>
            </a:r>
            <a:r>
              <a:rPr lang="en-US" dirty="0">
                <a:ea typeface="+mn-lt"/>
                <a:cs typeface="+mn-lt"/>
              </a:rPr>
              <a:t>, ensuring safe, efficient, and portable programs.</a:t>
            </a:r>
            <a:endParaRPr lang="en-US" dirty="0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88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9E79-31A2-3809-9B9F-EB9294AC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Applications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728DC-6631-6334-2556-C334B847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262626"/>
              </a:buClr>
            </a:pPr>
            <a:r>
              <a:rPr lang="en-US" b="1" dirty="0">
                <a:ea typeface="+mn-lt"/>
                <a:cs typeface="+mn-lt"/>
              </a:rPr>
              <a:t>Real-world Applications of System Resource Info Tool: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Ensures </a:t>
            </a:r>
            <a:r>
              <a:rPr lang="en-US" b="1" dirty="0">
                <a:ea typeface="+mn-lt"/>
                <a:cs typeface="+mn-lt"/>
              </a:rPr>
              <a:t>portable and reliable C programs</a:t>
            </a:r>
            <a:r>
              <a:rPr lang="en-US" dirty="0">
                <a:ea typeface="+mn-lt"/>
                <a:cs typeface="+mn-lt"/>
              </a:rPr>
              <a:t> across different systems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Helps developers in </a:t>
            </a:r>
            <a:r>
              <a:rPr lang="en-US" b="1" dirty="0">
                <a:ea typeface="+mn-lt"/>
                <a:cs typeface="+mn-lt"/>
              </a:rPr>
              <a:t>embedded systems</a:t>
            </a:r>
            <a:r>
              <a:rPr lang="en-US" dirty="0">
                <a:ea typeface="+mn-lt"/>
                <a:cs typeface="+mn-lt"/>
              </a:rPr>
              <a:t> with limited memory resources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Useful for </a:t>
            </a:r>
            <a:r>
              <a:rPr lang="en-US" b="1" dirty="0">
                <a:ea typeface="+mn-lt"/>
                <a:cs typeface="+mn-lt"/>
              </a:rPr>
              <a:t>system-level and low-level programming</a:t>
            </a:r>
            <a:r>
              <a:rPr lang="en-US" dirty="0">
                <a:ea typeface="+mn-lt"/>
                <a:cs typeface="+mn-lt"/>
              </a:rPr>
              <a:t> (drivers, OS modules)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Assists in </a:t>
            </a:r>
            <a:r>
              <a:rPr lang="en-US" b="1" dirty="0">
                <a:ea typeface="+mn-lt"/>
                <a:cs typeface="+mn-lt"/>
              </a:rPr>
              <a:t>memory optimization and management analysis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Serves as an </a:t>
            </a:r>
            <a:r>
              <a:rPr lang="en-US" b="1" dirty="0">
                <a:ea typeface="+mn-lt"/>
                <a:cs typeface="+mn-lt"/>
              </a:rPr>
              <a:t>educational tool</a:t>
            </a:r>
            <a:r>
              <a:rPr lang="en-US" dirty="0">
                <a:ea typeface="+mn-lt"/>
                <a:cs typeface="+mn-lt"/>
              </a:rPr>
              <a:t> for learning C data types and system behavior</a:t>
            </a:r>
            <a:endParaRPr lang="en-US" dirty="0"/>
          </a:p>
          <a:p>
            <a:pPr>
              <a:buClr>
                <a:srgbClr val="262626"/>
              </a:buClr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7159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9167-E145-F219-0377-AFD9852B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Advantages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4F5A7-69A2-3671-0D37-9D6E63DC9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Key Benefits of the Tool: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b="1" dirty="0">
                <a:ea typeface="+mn-lt"/>
                <a:cs typeface="+mn-lt"/>
              </a:rPr>
              <a:t>Simple and efficient</a:t>
            </a:r>
            <a:r>
              <a:rPr lang="en-US" dirty="0">
                <a:ea typeface="+mn-lt"/>
                <a:cs typeface="+mn-lt"/>
              </a:rPr>
              <a:t> way to obtain system-specific data type info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Helps </a:t>
            </a:r>
            <a:r>
              <a:rPr lang="en-US" b="1" dirty="0">
                <a:ea typeface="+mn-lt"/>
                <a:cs typeface="+mn-lt"/>
              </a:rPr>
              <a:t>prevent overflow and underflow errors</a:t>
            </a:r>
            <a:r>
              <a:rPr lang="en-US" dirty="0">
                <a:ea typeface="+mn-lt"/>
                <a:cs typeface="+mn-lt"/>
              </a:rPr>
              <a:t> in programs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Relies on </a:t>
            </a:r>
            <a:r>
              <a:rPr lang="en-US" b="1" dirty="0">
                <a:ea typeface="+mn-lt"/>
                <a:cs typeface="+mn-lt"/>
              </a:rPr>
              <a:t>standard C libraries</a:t>
            </a:r>
            <a:r>
              <a:rPr lang="en-US" dirty="0">
                <a:ea typeface="+mn-lt"/>
                <a:cs typeface="+mn-lt"/>
              </a:rPr>
              <a:t> for accuracy and portability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Enhances understanding of </a:t>
            </a:r>
            <a:r>
              <a:rPr lang="en-US" b="1" dirty="0">
                <a:ea typeface="+mn-lt"/>
                <a:cs typeface="+mn-lt"/>
              </a:rPr>
              <a:t>how data types interact with system memory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b="1" dirty="0">
                <a:ea typeface="+mn-lt"/>
                <a:cs typeface="+mn-lt"/>
              </a:rPr>
              <a:t>Flexible and easy to extend</a:t>
            </a:r>
            <a:r>
              <a:rPr lang="en-US" dirty="0">
                <a:ea typeface="+mn-lt"/>
                <a:cs typeface="+mn-lt"/>
              </a:rPr>
              <a:t> for additional features in future</a:t>
            </a:r>
            <a:endParaRPr lang="en-US" dirty="0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65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0AF8-1068-ED26-6D83-98F8A3215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Future Scope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CBFA-F839-24F4-3906-04DBBF6D6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Potential Enhancements: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Add a </a:t>
            </a:r>
            <a:r>
              <a:rPr lang="en-US" b="1" dirty="0">
                <a:ea typeface="+mn-lt"/>
                <a:cs typeface="+mn-lt"/>
              </a:rPr>
              <a:t>menu-driven interface</a:t>
            </a:r>
            <a:r>
              <a:rPr lang="en-US" dirty="0">
                <a:ea typeface="+mn-lt"/>
                <a:cs typeface="+mn-lt"/>
              </a:rPr>
              <a:t> for interactive user selection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Include </a:t>
            </a:r>
            <a:r>
              <a:rPr lang="en-US" b="1" dirty="0">
                <a:ea typeface="+mn-lt"/>
                <a:cs typeface="+mn-lt"/>
              </a:rPr>
              <a:t>user-defined and complex data types</a:t>
            </a:r>
            <a:r>
              <a:rPr lang="en-US" dirty="0">
                <a:ea typeface="+mn-lt"/>
                <a:cs typeface="+mn-lt"/>
              </a:rPr>
              <a:t> like structures and unions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Compare system resource info across </a:t>
            </a:r>
            <a:r>
              <a:rPr lang="en-US" b="1" dirty="0">
                <a:ea typeface="+mn-lt"/>
                <a:cs typeface="+mn-lt"/>
              </a:rPr>
              <a:t>multiple platforms and compilers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Export collected data to </a:t>
            </a:r>
            <a:r>
              <a:rPr lang="en-US" b="1" dirty="0">
                <a:ea typeface="+mn-lt"/>
                <a:cs typeface="+mn-lt"/>
              </a:rPr>
              <a:t>text or CSV files</a:t>
            </a:r>
            <a:r>
              <a:rPr lang="en-US" dirty="0">
                <a:ea typeface="+mn-lt"/>
                <a:cs typeface="+mn-lt"/>
              </a:rPr>
              <a:t> for analysis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Develop a </a:t>
            </a:r>
            <a:r>
              <a:rPr lang="en-US" b="1" dirty="0">
                <a:ea typeface="+mn-lt"/>
                <a:cs typeface="+mn-lt"/>
              </a:rPr>
              <a:t>GUI version</a:t>
            </a:r>
            <a:r>
              <a:rPr lang="en-US" dirty="0">
                <a:ea typeface="+mn-lt"/>
                <a:cs typeface="+mn-lt"/>
              </a:rPr>
              <a:t> for easier visualization and professional use</a:t>
            </a:r>
            <a:endParaRPr lang="en-US" dirty="0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1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822C-F86A-8F03-9474-355086EC6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28994-8A37-9288-A9D4-DAAD30E01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Summary of the Project: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System Resource Info Tool</a:t>
            </a:r>
            <a:r>
              <a:rPr lang="en-US" dirty="0">
                <a:ea typeface="+mn-lt"/>
                <a:cs typeface="+mn-lt"/>
              </a:rPr>
              <a:t> successfully displays the </a:t>
            </a:r>
            <a:r>
              <a:rPr lang="en-US" b="1" dirty="0">
                <a:ea typeface="+mn-lt"/>
                <a:cs typeface="+mn-lt"/>
              </a:rPr>
              <a:t>size and limits</a:t>
            </a:r>
            <a:r>
              <a:rPr lang="en-US" dirty="0">
                <a:ea typeface="+mn-lt"/>
                <a:cs typeface="+mn-lt"/>
              </a:rPr>
              <a:t> of all C data types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Highlights </a:t>
            </a:r>
            <a:r>
              <a:rPr lang="en-US" b="1" dirty="0">
                <a:ea typeface="+mn-lt"/>
                <a:cs typeface="+mn-lt"/>
              </a:rPr>
              <a:t>system-dependent behavior</a:t>
            </a:r>
            <a:r>
              <a:rPr lang="en-US" dirty="0">
                <a:ea typeface="+mn-lt"/>
                <a:cs typeface="+mn-lt"/>
              </a:rPr>
              <a:t>, emphasizing portability and reliability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Acts as a </a:t>
            </a:r>
            <a:r>
              <a:rPr lang="en-US" b="1" dirty="0">
                <a:ea typeface="+mn-lt"/>
                <a:cs typeface="+mn-lt"/>
              </a:rPr>
              <a:t>reference for safe and optimized programming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Fulfills the project objectives of educating users about </a:t>
            </a:r>
            <a:r>
              <a:rPr lang="en-US" b="1" dirty="0">
                <a:ea typeface="+mn-lt"/>
                <a:cs typeface="+mn-lt"/>
              </a:rPr>
              <a:t>memory usage and data type constraints</a:t>
            </a:r>
            <a:endParaRPr lang="en-US" dirty="0"/>
          </a:p>
          <a:p>
            <a:pPr>
              <a:buClr>
                <a:srgbClr val="26262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048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essage&#10;&#10;AI-generated content may be incorrect.">
            <a:extLst>
              <a:ext uri="{FF2B5EF4-FFF2-40B4-BE49-F238E27FC236}">
                <a16:creationId xmlns:a16="http://schemas.microsoft.com/office/drawing/2014/main" id="{955FCA66-758D-2546-3A2C-AA26E355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09" b="85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12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Savon</vt:lpstr>
      <vt:lpstr>System Resource Info Tool </vt:lpstr>
      <vt:lpstr>Agenda 📌</vt:lpstr>
      <vt:lpstr>Project Introduction</vt:lpstr>
      <vt:lpstr>Tools &amp; Technologies Used</vt:lpstr>
      <vt:lpstr>System Info Tool</vt:lpstr>
      <vt:lpstr>Code Explanation</vt:lpstr>
      <vt:lpstr>Output</vt:lpstr>
      <vt:lpstr>Output Explanation</vt:lpstr>
      <vt:lpstr>Applications</vt:lpstr>
      <vt:lpstr>Advantages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199</cp:revision>
  <dcterms:created xsi:type="dcterms:W3CDTF">2026-01-02T06:08:20Z</dcterms:created>
  <dcterms:modified xsi:type="dcterms:W3CDTF">2026-01-02T19:52:35Z</dcterms:modified>
</cp:coreProperties>
</file>